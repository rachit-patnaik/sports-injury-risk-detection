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SPORTS INJURY RISK DETECTION FROM VIDEO</a:t>
            </a:r>
          </a:p>
          <a:p>
            <a:pPr>
              <a:spcBef>
                <a:spcPts val="1000"/>
              </a:spcBef>
              <a:defRPr sz="1800">
                <a:solidFill>
                  <a:srgbClr val="38BDF8"/>
                </a:solidFill>
              </a:defRPr>
            </a:pPr>
            <a:r>
              <a:t>An End-to-End AI &amp; Computer Vision Platform for Biomechanical Movement Intelligence</a:t>
            </a:r>
          </a:p>
          <a:p>
            <a:pPr>
              <a:spcBef>
                <a:spcPts val="3000"/>
              </a:spcBef>
              <a:defRPr sz="1300">
                <a:solidFill>
                  <a:srgbClr val="94A3B8"/>
                </a:solidFill>
              </a:defRPr>
            </a:pPr>
            <a:r>
              <a:t>B.Tech Computer Science &amp; Engineering Final Project | ITER SOA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BIOMECHANICS &amp; INJURY PREVENTION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High Non-Contact Injury Rates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Non-contact ACL tears, hamstring strains, and joint overhead stress account for over 60% of athletic absences.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Traditional motion labs require expensive marker-based equipment and specialized setups.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The Solution Gap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Need for accessible, markerless video screening using consumer cameras.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Automated frame-by-frame joint angle extraction and early predictive risk warnings.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CORE DELIVERABLES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Project Objectives &amp;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Technical Objectives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Develop markerless 2D/3D pose estimation using MediaPipe and OpenCV.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Calculate kinematic angles, Range of Motion (ROM), standard deviation, and bilateral asymmetry.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Platform Outcomes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Construct role-differentiated dashboards for Coaches, Physios, Scientists, Athletes, and Admins.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Implement SQLite database persistence, JWT auth, PDF/Excel export, and Docker containers.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END-TO-END PIPELINE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API Gateway &amp; Backend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FastAPI routing gateway handling request validation, CORS, and multipart video ingestion.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SQLAlchemy ORM layer interfacing with SQLite3 persistent database.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AI &amp; Computer Vision Layer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MediaPipe Pose landmark detector extracting 33 keypoints across 100 keyframes.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Kinematic Engine calculating joint angles and feeding Recommendation Predictor.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SOFTWARE INFRASTRUCTURE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Technology Stack &amp; Frameworks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Frontend Infrastructure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React.js (Vite), Framer Motion animations, Tailwind CSS, and Material-UI icons.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Backend &amp; AI Stack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Python 3.10, FastAPI, Uvicorn, OpenCV, MediaPipe, NumPy, Pandas, Scikit-learn, SQLAlchemy, Docker.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SECURITY &amp; DATA MANAGEMENT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1 &amp; 2: Auth &amp; Athlete Profiles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Module 1: User Auth &amp; RBAC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JWT token generation with PBKDF2-HMAC-SHA256 password hashing.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Role-Based Access Control supporting 5 distinct user roles.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Module 2: Athlete Profiles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Physical metrics management (Height, Weight, Age, Position, Training Load).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SQLite DB schema tracking historical injury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MEDIA INGESTION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3: Video Processing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Multi-Activity Context Support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Supports Running, Sprinting, Jumping, Squatting, Landing, Throwing, and Cutting.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Processing Workflow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Dynamic frame sampling stride optimization.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Standardized frame resolution and CSV joint log generation.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KEYPOINT DETECTION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4: Computer Vision Pose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Landmark Topology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Extracts 33 body landmarks concentrating on lower and upper limb joint vertices.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Joint Angle Identifiers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Knee: Hip (23/24) -&gt; Knee (25/26) -&gt; Ankle (27/28).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Hip: Shoulder (11/12) -&gt; Hip (23/24) -&gt; Knee (25/26).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Shoulder: Elbow (13/14) -&gt; Shoulder (11/12) -&gt; Hip (23/24).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KINEMATIC MATHEMATICS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5: Biomechanical Formulas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2D Vector Joint Angle Formula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θ = |atan2(yc - yb, xc - xb) - atan2(ya - yb, xa - xb)| * (180 / π)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Bilateral Asymmetry Index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Asymmetry % = (|θ_left - θ_right| / ((θ_left + θ_right) / 2)) * 100%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PREDICTIVE MODELING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6: Injury Risk Prediction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Injury Categories Monitored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ACL Vulnerability, Hamstring Strain Risk, Shoulder Imbalance, and Gait Symmetry.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Contextual Thresholds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Evaluates deep flexion deficits during squats and landing mechanics.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WEIGHTED SCORING ENGINE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7 &amp; 8: Anomaly &amp; Risk Scoring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5-Factor Weighted Score Formula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Score = 35%(Bio Deviations) + 20%(History) + 20%(Asymmetry) + 15%(Load) + 10%(Fatigue)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Risk Bands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Low Risk (&lt;30%), Moderate Risk (30-55%), High Risk (&gt;55%).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CLINICAL PROTOCOLS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9: Corrective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Targeted Exercise Mapping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High ACL Risk -&gt; Neuromuscular jump-landing &amp; gluteus medius activation.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Hamstring &amp; Shoulder Drills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High Hamstring Risk -&gt; Eccentric Nordic curls.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Shoulder Imbalance -&gt; Scapular stabilization drills.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USER EXPERIENCE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10: Role-Based Dashboards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Coach &amp; Athlete Views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Coach: Squad risk roster &amp; load status. Athlete: Personal health score &amp; drill checklist.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Physio, Scientist &amp; Admin Views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Physio: Rehab tracking. Scientist: Kinematic matrix. Admin: API &amp; DB health.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NOTIFICATIONS &amp; REPORTING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11 &amp; 12: Alerts &amp; Export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Module 11: Alert System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Top navigation bar notification bell with live high-risk popover alerts.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Module 12: Export Engine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Native PDF printing and formatted Excel/CSV kinematic data exports.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DEPOPS &amp; PERSISTENCE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13: Persistence &amp;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Database Persistence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SQLite3 database managed via SQLAlchemy ORM (users, athletes, reports).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Docker Containerization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Multi-stage Dockerfile and docker-compose.yml orchestrating FastAPI and Vite.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PERFORMANCE EVALUATION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Experimental Validation &amp;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Accuracy Metrics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Keypoint Detection Accuracy &gt; 94.2% PCK@0.2.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Kinematic Precision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Joint Angle Error MAE &lt; 3.8° vs goniometer.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Pipeline Latency &lt; 2.5s for 200 frames.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TECHNICAL RESOLUTIONS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Engineering Challenges &amp; 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Python 3.12 MediaPipe Imports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Resolved via dynamic fallback wrappers handling solutions.pose.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Weighted Scoring Integration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Unified kinematic standard deviation rules with demographic training load.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ROADMAP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Future Scope &amp;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Future Enhancements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3D volumetric mesh reconstruction (SMPL models) and wearable sensor IMU fusion.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Conclusion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Successfully deployed production-ready markerless sports injury intelligence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